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Inter"/>
      <p:bold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62829"/>
              </p:ext>
            </p:extLst>
          </p:nvPr>
        </p:nvGraphicFramePr>
        <p:xfrm>
          <a:off x="609600" y="1504950"/>
          <a:ext cx="10963272" cy="277177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19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7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87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9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Input A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Input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A &gt; B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=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&lt;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115824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Inter"/>
              </a:rPr>
              <a:t>1. Static CMOS 1-Bit Comparator 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3345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555555"/>
                </a:solidFill>
                <a:latin typeface="Inter"/>
              </a:rPr>
              <a:t>5×5 Truth Table for 1-Bit Magnitude Comparator (Static CMOS Logic)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504950"/>
          <a:ext cx="10963272" cy="2771775"/>
        </p:xfrm>
        <a:graphic>
          <a:graphicData uri="http://schemas.openxmlformats.org/drawingml/2006/table">
            <a:tbl>
              <a:tblPr/>
              <a:tblGrid>
                <a:gridCol w="2419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7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87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9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00000"/>
                          </a:solidFill>
                          <a:latin typeface="Inter"/>
                        </a:rPr>
                        <a:t>Input 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00000"/>
                          </a:solidFill>
                          <a:latin typeface="Inter"/>
                        </a:rPr>
                        <a:t>Input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00000"/>
                          </a:solidFill>
                          <a:latin typeface="Inter"/>
                        </a:rPr>
                        <a:t>A &gt;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00000"/>
                          </a:solidFill>
                          <a:latin typeface="Inter"/>
                        </a:rPr>
                        <a:t>A =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00000"/>
                          </a:solidFill>
                          <a:latin typeface="Inter"/>
                        </a:rPr>
                        <a:t>A &lt;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115824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Inter"/>
              </a:rPr>
              <a:t>2. Transmission Gate (TG) 1-Bit Comparator 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3345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555555"/>
                </a:solidFill>
                <a:latin typeface="Inter"/>
              </a:rPr>
              <a:t>5×5 Truth Table for 1-Bit Magnitude Comparator (Transmission Gate Logic)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504950"/>
          <a:ext cx="10963272" cy="2771775"/>
        </p:xfrm>
        <a:graphic>
          <a:graphicData uri="http://schemas.openxmlformats.org/drawingml/2006/table">
            <a:tbl>
              <a:tblPr/>
              <a:tblGrid>
                <a:gridCol w="2419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7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87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9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00000"/>
                          </a:solidFill>
                          <a:latin typeface="Inter"/>
                        </a:rPr>
                        <a:t>Input 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00000"/>
                          </a:solidFill>
                          <a:latin typeface="Inter"/>
                        </a:rPr>
                        <a:t>Input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00000"/>
                          </a:solidFill>
                          <a:latin typeface="Inter"/>
                        </a:rPr>
                        <a:t>A &gt;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00000"/>
                          </a:solidFill>
                          <a:latin typeface="Inter"/>
                        </a:rPr>
                        <a:t>A =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00000"/>
                          </a:solidFill>
                          <a:latin typeface="Inter"/>
                        </a:rPr>
                        <a:t>A &lt;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115824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Inter"/>
              </a:rPr>
              <a:t>3. Pass Transistor Logic (PTL) 1-Bit Comparator 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3345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555555"/>
                </a:solidFill>
                <a:latin typeface="Inter"/>
              </a:rPr>
              <a:t>5×5 Truth Table for 1-Bit Magnitude Comparator (Pass Transistor Logic)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504950"/>
          <a:ext cx="10963272" cy="2771775"/>
        </p:xfrm>
        <a:graphic>
          <a:graphicData uri="http://schemas.openxmlformats.org/drawingml/2006/table">
            <a:tbl>
              <a:tblPr/>
              <a:tblGrid>
                <a:gridCol w="2419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7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87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9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00000"/>
                          </a:solidFill>
                          <a:latin typeface="Inter"/>
                        </a:rPr>
                        <a:t>Input 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00000"/>
                          </a:solidFill>
                          <a:latin typeface="Inter"/>
                        </a:rPr>
                        <a:t>Input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00000"/>
                          </a:solidFill>
                          <a:latin typeface="Inter"/>
                        </a:rPr>
                        <a:t>A &gt;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00000"/>
                          </a:solidFill>
                          <a:latin typeface="Inter"/>
                        </a:rPr>
                        <a:t>A =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00000"/>
                          </a:solidFill>
                          <a:latin typeface="Inter"/>
                        </a:rPr>
                        <a:t>A &lt;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115824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Inter"/>
              </a:rPr>
              <a:t>4. Gate Diffusion Input (GDI) 1-Bit Comparator 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3345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555555"/>
                </a:solidFill>
                <a:latin typeface="Inter"/>
              </a:rPr>
              <a:t>5×5 Truth Table for 1-Bit Magnitude Comparator (Gate Diffusion Input Technique)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224</Words>
  <Application>Microsoft Office PowerPoint</Application>
  <PresentationFormat>Widescreen</PresentationFormat>
  <Paragraphs>108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Shahrear hossain</cp:lastModifiedBy>
  <cp:revision>2</cp:revision>
  <dcterms:created xsi:type="dcterms:W3CDTF">2013-01-27T09:14:16Z</dcterms:created>
  <dcterms:modified xsi:type="dcterms:W3CDTF">2026-10-09T07:26:10Z</dcterms:modified>
  <cp:category/>
</cp:coreProperties>
</file>