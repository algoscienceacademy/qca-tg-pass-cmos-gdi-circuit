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Inter"/>
      <p:bold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54862"/>
              </p:ext>
            </p:extLst>
          </p:nvPr>
        </p:nvGraphicFramePr>
        <p:xfrm>
          <a:off x="609600" y="1009650"/>
          <a:ext cx="7443019" cy="47609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11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0172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Logic Style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Key Features &amp; Characteristics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172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000000"/>
                          </a:solidFill>
                        </a:rPr>
                        <a:t>Static Logic</a:t>
                      </a:r>
                      <a:endParaRPr sz="1200" b="1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</a:rPr>
                        <a:t>
Uses pMOS and nMOS in complementary fashion
Stable output maintained without clock
Low power dissipation when idle
</a:t>
                      </a:r>
                      <a:endParaRPr sz="1200" b="0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172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PTL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
Passes signals directly through single MOS switches to save area
Uses fewer transistors, lowering overall dynamic power usage
Loses voltage level (Vth drop) when passing a logic 1
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172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TG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
Connects NMOS and PMOS in parallel to pass full logic levels
Prevents voltage drop, giving clean strong 0 and 1 outputs
Needs inverted control signals, which increases routing complexity
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172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</a:rPr>
                        <a:t>GDI Logic</a:t>
                      </a:r>
                      <a:endParaRPr sz="1200" b="1" i="0" u="none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000000"/>
                          </a:solidFill>
                        </a:rPr>
                        <a:t>
Uses a 3-input cell to implement complex functions in few transistors
Cuts down power and area for circuits like XOR and MUX
Needs special twin-well CMOS fabrication to avoid body effect issues
</a:t>
                      </a:r>
                      <a:endParaRPr sz="1200" b="0" i="0" u="none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Logic Styles Comparison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Inter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Shahrear hossain</cp:lastModifiedBy>
  <cp:revision>2</cp:revision>
  <dcterms:created xsi:type="dcterms:W3CDTF">2013-01-27T09:14:16Z</dcterms:created>
  <dcterms:modified xsi:type="dcterms:W3CDTF">2026-10-09T07:45:15Z</dcterms:modified>
  <cp:category/>
</cp:coreProperties>
</file>