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</ns0:sldIdLst>
  <ns0:sldSz cx="12192000" cy="6858000" type="screen4x3"/>
  <ns0:notesSz cx="6858000" cy="9144000"/>
  <ns0:embeddedFontLst>
    <ns0:embeddedFont>
      <ns0:font typeface="Inter"/>
      <ns0:bold ns1:id="rIdFont8"/>
      <ns0:regular ns1:id="rIdFont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Font8" Type="http://schemas.openxmlformats.org/officeDocument/2006/relationships/font" Target="fonts/ba89b9b9-eb82-4ead-a412-80b932ae82e8.fntdata" /><ns0:Relationship Id="rIdFont9" Type="http://schemas.openxmlformats.org/officeDocument/2006/relationships/font" Target="fonts/fb28cce2-eeaf-46cc-a81d-6ae0d8e1859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552575"/>
          <a:ext cx="10963272" cy="3038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55627"/>
                <a:gridCol w="2022127"/>
                <a:gridCol w="2776239"/>
                <a:gridCol w="2809279"/>
              </a:tblGrid>
              <a:tr h="50641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Design / Reference Paper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Propagation Delay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Average Power Dissipation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Inter"/>
                        </a:rPr>
                        <a:t>PDP (Power-Delay Product)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Static CMOS Paper (2017)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49.38 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174.352 pW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0.0086 fJ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MTCMOS Paper (2019)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330.61 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48.12 pW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0.0000159 fJ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Static, Pass, TG Paper (2020)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0.192 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7.792 µW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1.496 fJ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6T MUX Adder Comparator (2025)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5.5 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7.3 µW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0.04 fJ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641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My Proposed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336 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34.18 pW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0.0000114 fJ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0000"/>
                </a:solidFill>
                <a:latin typeface="Inter"/>
              </a:rPr>
              <a:t>Circuit Performance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8107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555"/>
                </a:solidFill>
                <a:latin typeface="Inter"/>
              </a:rPr>
              <a:t>Comparative metrics for Propagation Delay, Average Power Dissipation, and PDP.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